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Mermaid diagram pack in this conversation.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Mermaid diagram pack in this conversation.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Mermaid diagram pack in this conversation.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Mermaid diagram pack in this conversation.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Mermaid diagram pack in this conversation.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Mermaid diagram pack in this conversation.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Mermaid diagram pack in this conversation.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Mermaid diagram pack in this conversation.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Mermaid diagram pack in this conversation.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Mermaid diagram pack in this conversation.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Mermaid diagram pack in this conversation.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822960"/>
            <a:ext cx="11064240" cy="0"/>
          </a:xfrm>
          <a:prstGeom prst="line">
            <a:avLst/>
          </a:prstGeom>
          <a:noFill/>
          <a:ln w="15875">
            <a:solidFill>
              <a:srgbClr val="DCE6F4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87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87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1143000"/>
            <a:ext cx="3840480" cy="4480560"/>
          </a:xfrm>
          <a:prstGeom prst="rect">
            <a:avLst/>
          </a:prstGeom>
          <a:solidFill>
            <a:srgbClr val="F6F8FC"/>
          </a:solidFill>
          <a:ln w="13970">
            <a:solidFill>
              <a:srgbClr val="E3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" y="1600200"/>
            <a:ext cx="1097280" cy="475488"/>
          </a:xfrm>
          <a:prstGeom prst="roundRect">
            <a:avLst>
              <a:gd name="adj" fmla="val 11538"/>
            </a:avLst>
          </a:prstGeom>
          <a:solidFill>
            <a:srgbClr val="EEF6FF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40280" y="1600200"/>
            <a:ext cx="1554480" cy="475488"/>
          </a:xfrm>
          <a:prstGeom prst="roundRect">
            <a:avLst>
              <a:gd name="adj" fmla="val 11538"/>
            </a:avLst>
          </a:prstGeom>
          <a:solidFill>
            <a:srgbClr val="F7F0FF"/>
          </a:solidFill>
          <a:ln w="12700">
            <a:solidFill>
              <a:srgbClr val="7A52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286000"/>
            <a:ext cx="2834640" cy="585216"/>
          </a:xfrm>
          <a:prstGeom prst="roundRect">
            <a:avLst>
              <a:gd name="adj" fmla="val 9375"/>
            </a:avLst>
          </a:prstGeom>
          <a:solidFill>
            <a:srgbClr val="EEFBF3"/>
          </a:solidFill>
          <a:ln w="12700">
            <a:solidFill>
              <a:srgbClr val="2D8A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3108960"/>
            <a:ext cx="1508760" cy="475488"/>
          </a:xfrm>
          <a:prstGeom prst="roundRect">
            <a:avLst>
              <a:gd name="adj" fmla="val 11538"/>
            </a:avLst>
          </a:prstGeom>
          <a:solidFill>
            <a:srgbClr val="FFF8E8"/>
          </a:solidFill>
          <a:ln w="12700">
            <a:solidFill>
              <a:srgbClr val="C48A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51760" y="3108960"/>
            <a:ext cx="1143000" cy="475488"/>
          </a:xfrm>
          <a:prstGeom prst="roundRect">
            <a:avLst>
              <a:gd name="adj" fmla="val 11538"/>
            </a:avLst>
          </a:prstGeom>
          <a:solidFill>
            <a:srgbClr val="EEF6FF"/>
          </a:solidFill>
          <a:ln w="12700">
            <a:solidFill>
              <a:srgbClr val="4F81B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3794760"/>
            <a:ext cx="2834640" cy="841248"/>
          </a:xfrm>
          <a:prstGeom prst="roundRect">
            <a:avLst>
              <a:gd name="adj" fmla="val 6522"/>
            </a:avLst>
          </a:prstGeom>
          <a:solidFill>
            <a:srgbClr val="F7F0FF"/>
          </a:solidFill>
          <a:ln w="12700">
            <a:solidFill>
              <a:srgbClr val="7A52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2075688"/>
            <a:ext cx="594360" cy="201168"/>
          </a:xfrm>
          <a:prstGeom prst="line">
            <a:avLst/>
          </a:prstGeom>
          <a:noFill/>
          <a:ln w="15240">
            <a:solidFill>
              <a:srgbClr val="8AA4C4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331720" y="2889504"/>
            <a:ext cx="0" cy="201168"/>
          </a:xfrm>
          <a:prstGeom prst="line">
            <a:avLst/>
          </a:prstGeom>
          <a:noFill/>
          <a:ln w="15240">
            <a:solidFill>
              <a:srgbClr val="8DB897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14600" y="3346704"/>
            <a:ext cx="182880" cy="0"/>
          </a:xfrm>
          <a:prstGeom prst="line">
            <a:avLst/>
          </a:prstGeom>
          <a:noFill/>
          <a:ln w="15240">
            <a:solidFill>
              <a:srgbClr val="9A87D5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983480" y="1298448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Rendered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Diagram Pack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992624" y="28346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Cloud CI/CD architecture and state machines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2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diagram per slide, based on the Mermaid pack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992624" y="3977640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F7F0FF"/>
          </a:solidFill>
          <a:ln w="12700">
            <a:solidFill>
              <a:srgbClr val="7A52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0368" y="4078224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247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rendered diagrams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92624" y="470916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7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Includes system context, component architecture, workflow flowcharts, state machines, recovery, and operator control paths.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87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8016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Cloud CI/CD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Context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0" y="29260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overview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9264"/>
            <a:ext cx="11082528" cy="5376672"/>
          </a:xfrm>
          <a:prstGeom prst="roundRect">
            <a:avLst>
              <a:gd name="adj" fmla="val 1361"/>
            </a:avLst>
          </a:prstGeom>
          <a:solidFill>
            <a:srgbClr val="FBFCFE"/>
          </a:solidFill>
          <a:ln w="13970">
            <a:solidFill>
              <a:srgbClr val="D7DFEA"/>
            </a:solidFill>
            <a:prstDash val="solid"/>
          </a:ln>
        </p:spPr>
      </p:sp>
      <p:pic>
        <p:nvPicPr>
          <p:cNvPr id="6" name="Image 0" descr="/mnt/data/diagram_pack_ppt_build2/pngs/01_system_con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043245"/>
            <a:ext cx="10680192" cy="121042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87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8016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Cloud CI/CD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Component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0" y="29260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components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9264"/>
            <a:ext cx="11082528" cy="5376672"/>
          </a:xfrm>
          <a:prstGeom prst="roundRect">
            <a:avLst>
              <a:gd name="adj" fmla="val 1361"/>
            </a:avLst>
          </a:prstGeom>
          <a:solidFill>
            <a:srgbClr val="FBFCFE"/>
          </a:solidFill>
          <a:ln w="13970">
            <a:solidFill>
              <a:srgbClr val="D7DFEA"/>
            </a:solidFill>
            <a:prstDash val="solid"/>
          </a:ln>
        </p:spPr>
      </p:sp>
      <p:pic>
        <p:nvPicPr>
          <p:cNvPr id="6" name="Image 0" descr="/mnt/data/diagram_pack_ppt_build2/pngs/02_component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289698"/>
            <a:ext cx="10680192" cy="27175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87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8016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Cloud CI/CD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Workflow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0" y="29260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orchestration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9264"/>
            <a:ext cx="11082528" cy="5376672"/>
          </a:xfrm>
          <a:prstGeom prst="roundRect">
            <a:avLst>
              <a:gd name="adj" fmla="val 1361"/>
            </a:avLst>
          </a:prstGeom>
          <a:solidFill>
            <a:srgbClr val="FBFCFE"/>
          </a:solidFill>
          <a:ln w="13970">
            <a:solidFill>
              <a:srgbClr val="D7DFEA"/>
            </a:solidFill>
            <a:prstDash val="solid"/>
          </a:ln>
        </p:spPr>
      </p:sp>
      <p:pic>
        <p:nvPicPr>
          <p:cNvPr id="6" name="Image 0" descr="/mnt/data/diagram_pack_ppt_build2/pngs/03_end_to_end_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209381"/>
            <a:ext cx="10680192" cy="87814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87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8016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Cloud CI/CD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Ingress State Machine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0" y="29260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 normalization and deduplication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9264"/>
            <a:ext cx="11082528" cy="5376672"/>
          </a:xfrm>
          <a:prstGeom prst="roundRect">
            <a:avLst>
              <a:gd name="adj" fmla="val 1361"/>
            </a:avLst>
          </a:prstGeom>
          <a:solidFill>
            <a:srgbClr val="FBFCFE"/>
          </a:solidFill>
          <a:ln w="13970">
            <a:solidFill>
              <a:srgbClr val="D7DFEA"/>
            </a:solidFill>
            <a:prstDash val="solid"/>
          </a:ln>
        </p:spPr>
      </p:sp>
      <p:pic>
        <p:nvPicPr>
          <p:cNvPr id="6" name="Image 0" descr="/mnt/data/diagram_pack_ppt_build2/pngs/04_pipeline_ingress_state_mach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206415"/>
            <a:ext cx="10680192" cy="88408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87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8016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Cloud CI/CD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Validation State Machine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0" y="29260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Checkout, build, test, and scan gates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9264"/>
            <a:ext cx="11082528" cy="5376672"/>
          </a:xfrm>
          <a:prstGeom prst="roundRect">
            <a:avLst>
              <a:gd name="adj" fmla="val 1361"/>
            </a:avLst>
          </a:prstGeom>
          <a:solidFill>
            <a:srgbClr val="FBFCFE"/>
          </a:solidFill>
          <a:ln w="13970">
            <a:solidFill>
              <a:srgbClr val="D7DFEA"/>
            </a:solidFill>
            <a:prstDash val="solid"/>
          </a:ln>
        </p:spPr>
      </p:sp>
      <p:pic>
        <p:nvPicPr>
          <p:cNvPr id="6" name="Image 0" descr="/mnt/data/diagram_pack_ppt_build2/pngs/05_build_validation_state_mach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755473"/>
            <a:ext cx="10680192" cy="178596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87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8016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Cloud CI/CD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GitVersion State Machine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0" y="29260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computation and validation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9264"/>
            <a:ext cx="11082528" cy="5376672"/>
          </a:xfrm>
          <a:prstGeom prst="roundRect">
            <a:avLst>
              <a:gd name="adj" fmla="val 1361"/>
            </a:avLst>
          </a:prstGeom>
          <a:solidFill>
            <a:srgbClr val="FBFCFE"/>
          </a:solidFill>
          <a:ln w="13970">
            <a:solidFill>
              <a:srgbClr val="D7DFEA"/>
            </a:solidFill>
            <a:prstDash val="solid"/>
          </a:ln>
        </p:spPr>
      </p:sp>
      <p:pic>
        <p:nvPicPr>
          <p:cNvPr id="6" name="Image 0" descr="/mnt/data/diagram_pack_ppt_build2/pngs/06_gitversion_state_mach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900843"/>
            <a:ext cx="10680192" cy="149522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87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8016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Cloud CI/CD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Publish State Machine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0" y="29260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publish and manifest creation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9264"/>
            <a:ext cx="11082528" cy="5376672"/>
          </a:xfrm>
          <a:prstGeom prst="roundRect">
            <a:avLst>
              <a:gd name="adj" fmla="val 1361"/>
            </a:avLst>
          </a:prstGeom>
          <a:solidFill>
            <a:srgbClr val="FBFCFE"/>
          </a:solidFill>
          <a:ln w="13970">
            <a:solidFill>
              <a:srgbClr val="D7DFEA"/>
            </a:solidFill>
            <a:prstDash val="solid"/>
          </a:ln>
        </p:spPr>
      </p:sp>
      <p:pic>
        <p:nvPicPr>
          <p:cNvPr id="6" name="Image 0" descr="/mnt/data/diagram_pack_ppt_build2/pngs/07_publish_state_mach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061045"/>
            <a:ext cx="10680192" cy="117482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87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8016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Cloud CI/CD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Deployment State Machine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0" y="29260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DEV/QA progression rules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9264"/>
            <a:ext cx="11082528" cy="5376672"/>
          </a:xfrm>
          <a:prstGeom prst="roundRect">
            <a:avLst>
              <a:gd name="adj" fmla="val 1361"/>
            </a:avLst>
          </a:prstGeom>
          <a:solidFill>
            <a:srgbClr val="FBFCFE"/>
          </a:solidFill>
          <a:ln w="13970">
            <a:solidFill>
              <a:srgbClr val="D7DFEA"/>
            </a:solidFill>
            <a:prstDash val="solid"/>
          </a:ln>
        </p:spPr>
      </p:sp>
      <p:pic>
        <p:nvPicPr>
          <p:cNvPr id="6" name="Image 0" descr="/mnt/data/diagram_pack_ppt_build2/pngs/08_deployment_state_mach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868209"/>
            <a:ext cx="10680192" cy="156049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87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8016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Cloud CI/CD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Failure Recovery Control 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0" y="29260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Containment and controlled recovery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9264"/>
            <a:ext cx="11082528" cy="5376672"/>
          </a:xfrm>
          <a:prstGeom prst="roundRect">
            <a:avLst>
              <a:gd name="adj" fmla="val 1361"/>
            </a:avLst>
          </a:prstGeom>
          <a:solidFill>
            <a:srgbClr val="FBFCFE"/>
          </a:solidFill>
          <a:ln w="13970">
            <a:solidFill>
              <a:srgbClr val="D7DFEA"/>
            </a:solidFill>
            <a:prstDash val="solid"/>
          </a:ln>
        </p:spPr>
      </p:sp>
      <p:pic>
        <p:nvPicPr>
          <p:cNvPr id="6" name="Image 0" descr="/mnt/data/diagram_pack_ppt_build2/pngs/09_failure_recovery_control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909743"/>
            <a:ext cx="10680192" cy="147742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87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8016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Cloud CI/CD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Operator Controls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0" y="29260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Query, signal, update, and rerun paths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9264"/>
            <a:ext cx="11082528" cy="5376672"/>
          </a:xfrm>
          <a:prstGeom prst="roundRect">
            <a:avLst>
              <a:gd name="adj" fmla="val 1361"/>
            </a:avLst>
          </a:prstGeom>
          <a:solidFill>
            <a:srgbClr val="FBFCFE"/>
          </a:solidFill>
          <a:ln w="13970">
            <a:solidFill>
              <a:srgbClr val="D7DFEA"/>
            </a:solidFill>
            <a:prstDash val="solid"/>
          </a:ln>
        </p:spPr>
      </p:sp>
      <p:pic>
        <p:nvPicPr>
          <p:cNvPr id="6" name="Image 0" descr="/mnt/data/diagram_pack_ppt_build2/pngs/10_operator_contro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60392"/>
            <a:ext cx="10680192" cy="337612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8794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Temporal Cloud CI/CD — Rendered Diagram Pack</dc:title>
  <dc:subject>Temporal Cloud CI/CD Mermaid Diagram Pack</dc:subject>
  <dc:creator>OpenAI</dc:creator>
  <cp:lastModifiedBy>OpenAI</cp:lastModifiedBy>
  <cp:revision>1</cp:revision>
  <dcterms:created xsi:type="dcterms:W3CDTF">2026-04-13T18:46:05Z</dcterms:created>
  <dcterms:modified xsi:type="dcterms:W3CDTF">2026-04-13T18:46:05Z</dcterms:modified>
</cp:coreProperties>
</file>